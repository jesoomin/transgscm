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자기 수정, 라운드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재현율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“결정론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fan-out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결정론적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결정론적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AS-IS  ·  화면 1개 = 5 fragment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.BIZUNIT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72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P BizUnit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544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F BizUnit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16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D BizUnit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88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XSQL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2529280" y="112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0000" y="1210000"/>
            <a:ext cx="4350000" cy="620000"/>
          </a:xfrm>
          <a:prstGeom prst="roundRect">
            <a:avLst/>
          </a:prstGeom>
          <a:solidFill>
            <a:srgbClr val="1F3564"/>
          </a:solidFill>
          <a:ln w="19050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Planner  —  무엇을 어떤 도구로 처리할지 먼저 판단한다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메서드 단위로 규칙 / LLM을 가르고, 호출 대상·순서·예산을 확정</a:t>
            </a:r>
          </a:p>
          <a:p>
            <a:pPr algn="ctr"/>
            <a:r>
              <a:rPr sz="700" b="0">
                <a:solidFill>
                  <a:srgbClr val="00A591"/>
                </a:solidFill>
                <a:latin typeface="Arial"/>
              </a:rPr>
              <a:t>정적 분석 · LLM 미사용 · conversion-plan.json 으로 고정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98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1985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3073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4160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0000" y="1844000"/>
            <a:ext cx="4350000" cy="1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0">
                <a:solidFill>
                  <a:srgbClr val="666666"/>
                </a:solidFill>
                <a:latin typeface="Arial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0000" y="1920000"/>
            <a:ext cx="4350000" cy="1191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0000" y="1975000"/>
            <a:ext cx="4150000" cy="16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1F3564"/>
                </a:solidFill>
                <a:latin typeface="Arial"/>
              </a:rPr>
              <a:t>Planner가 지목한 대상만 호출  —  모델이 도구를 스스로 고르지 않는다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0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iBatis → MyBatis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59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골격·DTO 생성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시그니처 → 클래스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98000" y="2125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업무 로직 포팅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37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변환기와 분리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0000" y="2601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수리기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후보 N개 → 채점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59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동등성 L3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javac/java 실행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98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엔드포인트 충돌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37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Maven 빌드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mvn compile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000" y="3145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50" b="0">
                <a:solidFill>
                  <a:srgbClr val="666666"/>
                </a:solidFill>
                <a:latin typeface="Arial"/>
              </a:rPr>
              <a:t>⑤ 자기 수정은 ④ 검증 실패 시에만 ③으로 되돌린다 (라운드 상한 2)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2529280" y="330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00000" y="3391000"/>
            <a:ext cx="4350000" cy="2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사람 승인 게이트  —  승인 전에는 산출물·DB에 아무것도 쓰지 않는다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2529280" y="368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0000" y="3771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TO-BE  ·  Spring / MyBatis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00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772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544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0316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Dto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088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Mapper.xml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233000"/>
            <a:ext cx="92000" cy="92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6000" y="4231000"/>
            <a:ext cx="9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결정론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20000" y="4233000"/>
            <a:ext cx="92000" cy="92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46000" y="4231000"/>
            <a:ext cx="7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00000" y="4231000"/>
            <a:ext cx="22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조회 서버(읽기 전용 4종) — 변환 실행 미노출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기능 동등성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“실행 수단이 없다”가 오판 — 필요한 건 앱 기동이 아닌 F 메서드 호출 환경.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AS-IS 프레임워크 API는 10개 남짓의 닫힌 집합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하네스 (L3)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데이터 계층을 양쪽 동일 캔드 데이터로 고정 → 차이는 포팅 차이만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0행 / 1행 / 3행으로 분기 경로 전수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피호출자 계약 JSON 주입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콜그래프의 실제 메서드명·반환 타입·카디널리티를 프롬프트에 명시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수리 — 채점자 분리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후보 병렬 생성, 결정론적 검증기가 채점 (모델 자기평가 미사용)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자동화하지 않을 것을 확정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F 계층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일치 → 원인(레코드셋 추출 누락) 수정 후 48/48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Api 계층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가정. 30화면 전수 확인 → 권한 게이트 누락 발견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