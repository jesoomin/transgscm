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읽기 전용 조회 4종 — 변환 실행은 노출하지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“실행 수단이 없다”가 오판 — 필요한 건 앱 기동이 아닌 F 메서드 호출 환경.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AS-IS 프레임워크 API는 10개 남짓의 닫힌 집합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검증 실행 환경 (L3)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데이터 계층을 양쪽 동일 고정 테스트 데이터로 고정 → 차이는 포팅 차이만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0행 / 1행 / 3행으로 분기 경로 전수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호출 관계도의 실제 메서드명·반환 타입·결과 건수를 프롬프트에 명시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수리 — 채점자 분리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후보 병렬 생성, 규칙 기반 검증기가 채점 (모델 자기평가 미사용)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자동화하지 않을 것을 확정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일치 → 원인(레코드셋 추출 누락) 수정 후 48/48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가정. 30화면 전수 확인 → 권한 게이트 누락 발견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