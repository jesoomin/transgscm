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검증 기반 자가 교정,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 Approval  승인 전 저장 0건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87.3%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1,960줄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측정 범위 확대로 88.2에서 하향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호출. Send() 병렬 분배 병렬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Validator-driven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AS-IS   P · F · D BizUnit + XSQL   (구성 파일 5종)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529280" y="87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0000" y="944000"/>
            <a:ext cx="4350000" cy="370000"/>
          </a:xfrm>
          <a:prstGeom prst="roundRect">
            <a:avLst/>
          </a:prstGeom>
          <a:solidFill>
            <a:srgbClr val="1F3564"/>
          </a:solidFill>
          <a:ln w="15875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 PLAN   계획 수립 — 무엇을 어떤 도구로 처리할지 먼저 확정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정적 분석 · LLM 미사용 · 파일로 고정해 이후 단계가 이 계획만 따른다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2529280" y="132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000" y="1388000"/>
            <a:ext cx="4350000" cy="1020000"/>
          </a:xfrm>
          <a:prstGeom prst="roundRect">
            <a:avLst/>
          </a:prstGeom>
          <a:solidFill>
            <a:srgbClr val="FAFBFC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0000" y="1436000"/>
            <a:ext cx="41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F3564"/>
                </a:solidFill>
                <a:latin typeface="Arial"/>
              </a:rPr>
              <a:t>추론 순환   REASON → ACT → OBSERVE → REFLECT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2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REASON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계획이 지목한 대상 판단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9000" y="1613000"/>
            <a:ext cx="985000" cy="49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도구 호출 · LLM 포팅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OBSERVE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규칙 기반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23000" y="1613000"/>
            <a:ext cx="985000" cy="4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REFLECT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교정 판단 · 회차 상한 2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533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560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3587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5500" y="2103000"/>
            <a:ext cx="26000" cy="6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61500" y="2169000"/>
            <a:ext cx="2054000" cy="2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2015500" y="2113000"/>
            <a:ext cx="92000" cy="56000"/>
          </a:xfrm>
          <a:prstGeom prst="upArrow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2000" y="2199000"/>
            <a:ext cx="4066000" cy="1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>
                <a:solidFill>
                  <a:srgbClr val="666666"/>
                </a:solidFill>
                <a:latin typeface="Arial"/>
              </a:rPr>
              <a:t>검증 실패 시에만 되돌아간다 — 통과하거나 예산을 소진하면 순환을 빠져나온다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2424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A591"/>
                </a:solidFill>
                <a:latin typeface="Arial"/>
              </a:rPr>
              <a:t>관찰자가 모델이 아니라 규칙 기반 검증기다   —   자기 평가를 쓰지 않는다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529280" y="2594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0000" y="2662000"/>
            <a:ext cx="4350000" cy="788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2000" y="2708000"/>
            <a:ext cx="4166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ACT 가 호출하는 도구 — 계획이 지목한 대상만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7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94000" y="2846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41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0000" y="3134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교정기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47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94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41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빌드 검증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2529280" y="345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0000" y="3524000"/>
            <a:ext cx="4350000" cy="25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사람 승인 게이트 — 승인 전에는 산출물·DB에 아무것도 쓰지 않는다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2529280" y="378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0000" y="3848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TO-BE   Api · Service · Store · Dto · Mapper.xml   (Spring / MyBatis)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042000"/>
            <a:ext cx="88000" cy="88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80000" y="4042000"/>
            <a:ext cx="88000" cy="88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9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0000" y="4042000"/>
            <a:ext cx="88000" cy="88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7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분기 · 승인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0000" y="4040000"/>
            <a:ext cx="43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읽기 전용 조회 4종 — 변환 실행은 노출하지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정적 검증 100% 통과 코드가 실행에서는 동작 불일치 — 검증 수단 자체가 부재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“실행 수단이 없다”가 오판 — 앱 기동이 아니라 메서드 호출 환경이면 됐다</a:t>
            </a:r>
          </a:p>
          <a:p>
            <a:pPr algn="l"/>
            <a:r>
              <a:rPr sz="2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Harness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데이터 계층을 양쪽 동일 고정값으로 → 차이는 포팅 차이만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0행 / 1행 / 3행으로 분기 전수</a:t>
            </a:r>
          </a:p>
          <a:p>
            <a:pPr algn="l"/>
            <a:r>
              <a:rPr sz="2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실제 메서드명·반환 타입·결과 건수를 프롬프트에 명시</a:t>
            </a:r>
          </a:p>
          <a:p>
            <a:pPr algn="l"/>
            <a:r>
              <a:rPr sz="2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교정 — 채점자 분리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후보 병렬 생성, 규칙 기반 검증기가 채점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BLOCKER 10건 중 9건만 교정 — 나머지는 사람에게</a:t>
            </a:r>
          </a:p>
          <a:p>
            <a:pPr algn="l"/>
            <a:r>
              <a:rPr sz="2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판단 근거를 로그로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모델이 밝힌 근거를 인용 출력 — 원본 버그 2건을 스스로 지적</a:t>
            </a:r>
          </a:p>
          <a:p>
            <a:pPr algn="l"/>
            <a:r>
              <a:rPr sz="2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⑤ 자동화하지 않을 것을 확정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→ 원인(레코드셋 추출 누락) 수정 후 48/48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※ 실행 가능한 3화면 기준 (2화면은 원본 컴파일 불가)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 → 30화면 전수 확인으로 반증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※ 메시지 키는 0/9 — 응답 규약 미확정, 지어내지 않음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