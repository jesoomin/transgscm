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5" d="100"/>
          <a:sy n="175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333333"/>
                </a:solidFill>
                <a:latin typeface="Arial"/>
              </a:rPr>
              <a:t>과제명   G-SCM 차세대 전환 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티   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토   [성명]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화면-서비스 매핑(nctRid)이 명명 규칙과 불일치</a:t>
            </a:r>
            <a:endParaRPr lang="en-US" sz="9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→ 서버 로직 1건 전환에 P·F·D·XSQL 4종 파일 수작업 추적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규모  </a:t>
            </a:r>
            <a:r>
              <a:rPr sz="900" b="0">
                <a:solidFill>
                  <a:srgbClr val="666666"/>
                </a:solidFill>
                <a:latin typeface="Arial"/>
              </a:rPr>
              <a:t>1,416개 화면에서 동일 추적 반복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품질  </a:t>
            </a:r>
            <a:r>
              <a:rPr sz="900" b="0">
                <a:solidFill>
                  <a:srgbClr val="666666"/>
                </a:solidFill>
                <a:latin typeface="Arial"/>
              </a:rPr>
              <a:t>개발자별 응답·예외 처리 이원화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리스크  </a:t>
            </a:r>
            <a:r>
              <a:rPr sz="900" b="0">
                <a:solidFill>
                  <a:srgbClr val="666666"/>
                </a:solidFill>
                <a:latin typeface="Arial"/>
              </a:rPr>
              <a:t>원본에 결함 혼재 — 컴파일 불가·XML·SQL 오류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333333"/>
                </a:solidFill>
                <a:latin typeface="Arial"/>
              </a:rPr>
              <a:t>정상 원본을 전제한 도구는 첫 화면에서 멈춤</a:t>
            </a: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폴더 지정 → 8단계 자동 진행 → 사람 승인 후에만 반영 (Human-in-the-Loop)</a:t>
            </a:r>
            <a:endParaRPr lang="en-US" sz="900" dirty="0"/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에이전트 구성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Planner  계획 파일 고정 (LLM 미사용)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Translator  규칙 46% / LLM 54% 분업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Validator  변환기와 분리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Repairer  검증 기반 자가 교정, 회차 상한 2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Human-in-the-Loop  승인 게이트 — 승인 전 저장 0건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기술 스택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LangGraph StateGraph · MCP(Model Context Protocol)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Azure OpenAI 호환 사내 LLM Gateway · Tree-of-Thoughts · Oracle</a:t>
            </a:r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100%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원본 결함 탐지율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30화면 정답키 · 오탐 0건</a:t>
            </a:r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96.7%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정적 검증 통과율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29/30건</a:t>
            </a:r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00A591"/>
                </a:solidFill>
                <a:latin typeface="Arial"/>
              </a:rPr>
              <a:t>0.20%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사람 수정 라인 비율  ·  리뷰 대상 87.6% 축소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자동 생성 2,007줄 중 4줄만 수정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333333"/>
                </a:solidFill>
                <a:latin typeface="Arial"/>
              </a:rPr>
              <a:t>“규칙 기반 변환에 LLM을 쓰지 않아 호출 46% 절감,</a:t>
            </a:r>
            <a:endParaRPr lang="en-US" sz="950" dirty="0"/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정적 검증 통과 코드의 실행 일치율 33%를</a:t>
            </a:r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직접 측정해 100%로 개선”</a:t>
            </a:r>
          </a:p>
          <a:p>
            <a:pPr algn="l"/>
            <a:r>
              <a:rPr sz="4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00" b="0">
                <a:solidFill>
                  <a:srgbClr val="00A591"/>
                </a:solidFill>
                <a:latin typeface="Arial"/>
              </a:rPr>
              <a:t>전환 스코어카드 80.9 / 100  ·  4축 11지표 가중 합산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/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sz="900" b="1">
                <a:solidFill>
                  <a:srgbClr val="333333"/>
                </a:solidFill>
                <a:latin typeface="Arial"/>
              </a:rPr>
              <a:t>1,416회 반복되는 작업이다 — 매번 다른 경로로 가면 리뷰도 재현도 불가능하다.</a:t>
            </a:r>
            <a:endParaRPr lang="en-US" sz="1000" dirty="0"/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그래서 모델이 도구를 고르지 않는다. 계획을 먼저 파일로 확정하고, 그 계획이 도구 호출을 지휘한다.</a:t>
            </a:r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LangGraph StateGraph + 계획 파일 고정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ReAct 자율 탐색은 1,416회 반복에서 화면마다 경로가 갈림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계획을 파일로 확정 → 이후 단계는 지목된 대상만 호출, Send()로 병렬 분배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계획이 도구 호출을 지휘 — 재현·리뷰·재실행 가능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MCP (Model Context Protocol)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도구 동적 선택은 '자율 탐색 배제' 원칙과 충돌 → 표면 분리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조회 4종만 노출, 변환 실행 미노출. 실 클라이언트 stdio 연결 검증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표준 프로토콜을 열되 승인 게이트는 우회 불가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Tree-of-Thoughts + Validator-driven Self-Correction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통상 ToT는 모델이 자기 가지를 자평 → 규칙 기반 검증기로 대체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후보 병렬 생성 → 잔여 BLOCKER 수로 채점 (MatchFixAgent/ACToR)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채점자가 LLM이 아니라 규칙 기반 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00" y="720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AS-IS   P · F · D BizUnit + XSQL   (구성 파일 5종)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2529280" y="87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00000" y="944000"/>
            <a:ext cx="4350000" cy="370000"/>
          </a:xfrm>
          <a:prstGeom prst="roundRect">
            <a:avLst/>
          </a:prstGeom>
          <a:solidFill>
            <a:srgbClr val="1F3564"/>
          </a:solidFill>
          <a:ln w="15875">
            <a:solidFill>
              <a:srgbClr val="00A5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①  PLAN   계획 수립 — 무엇을 어떤 도구로 처리할지 먼저 확정</a:t>
            </a:r>
          </a:p>
          <a:p>
            <a:pPr algn="ctr"/>
            <a:r>
              <a:rPr sz="750" b="0">
                <a:solidFill>
                  <a:srgbClr val="C9D6E8"/>
                </a:solidFill>
                <a:latin typeface="Arial"/>
              </a:rPr>
              <a:t>정적 분석 · LLM 미사용 · 파일로 고정해 이후 단계가 이 계획만 따른다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2529280" y="132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0000" y="1388000"/>
            <a:ext cx="4350000" cy="1020000"/>
          </a:xfrm>
          <a:prstGeom prst="roundRect">
            <a:avLst/>
          </a:prstGeom>
          <a:solidFill>
            <a:srgbClr val="FAFBFC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0000" y="1436000"/>
            <a:ext cx="41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F3564"/>
                </a:solidFill>
                <a:latin typeface="Arial"/>
              </a:rPr>
              <a:t>추론 순환   REASON → ACT → OBSERVE → REFLECT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2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REASON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계획이 지목한 대상 판단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9000" y="1613000"/>
            <a:ext cx="985000" cy="49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도구 호출 · LLM 포팅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96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OBSERVE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규칙 기반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23000" y="1613000"/>
            <a:ext cx="985000" cy="49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REFLECT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교정 판단 · 회차 상한 2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533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560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3587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5500" y="2103000"/>
            <a:ext cx="26000" cy="6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61500" y="2169000"/>
            <a:ext cx="2054000" cy="2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2015500" y="2113000"/>
            <a:ext cx="92000" cy="56000"/>
          </a:xfrm>
          <a:prstGeom prst="upArrow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2000" y="2199000"/>
            <a:ext cx="4066000" cy="1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>
                <a:solidFill>
                  <a:srgbClr val="666666"/>
                </a:solidFill>
                <a:latin typeface="Arial"/>
              </a:rPr>
              <a:t>검증 실패 시에만 되돌아간다 — 통과하거나 예산을 소진하면 순환을 빠져나온다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000" y="2424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0A591"/>
                </a:solidFill>
                <a:latin typeface="Arial"/>
              </a:rPr>
              <a:t>관찰자가 모델이 아니라 규칙 기반 검증기다   —   자기 평가를 쓰지 않는다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2529280" y="2594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00000" y="2662000"/>
            <a:ext cx="4350000" cy="788000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2000" y="2708000"/>
            <a:ext cx="4166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ACT 가 호출하는 도구 — 계획이 지목한 대상만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0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규칙 변환기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47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코드 뼈대·DTO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94000" y="2846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③ LLM Gateway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41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④ 정적 검증기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0000" y="3134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⑤ ToT 교정기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547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⑥ 동작 일치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94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⑦ 교차 분석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41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⑧ 빌드 검증</a:t>
            </a:r>
          </a:p>
        </p:txBody>
      </p:sp>
      <p:sp>
        <p:nvSpPr>
          <p:cNvPr id="59" name="Down Arrow 58"/>
          <p:cNvSpPr/>
          <p:nvPr/>
        </p:nvSpPr>
        <p:spPr>
          <a:xfrm>
            <a:off x="2529280" y="345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00000" y="3524000"/>
            <a:ext cx="4350000" cy="25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사람 승인 게이트 — 승인 전에는 산출물·DB에 아무것도 쓰지 않는다</a:t>
            </a:r>
          </a:p>
        </p:txBody>
      </p:sp>
      <p:sp>
        <p:nvSpPr>
          <p:cNvPr id="61" name="Down Arrow 60"/>
          <p:cNvSpPr/>
          <p:nvPr/>
        </p:nvSpPr>
        <p:spPr>
          <a:xfrm>
            <a:off x="2529280" y="378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0000" y="3848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TO-BE   Api · Service · Store · Dto · Mapper.xml   (Spring / MyBatis)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00000" y="4042000"/>
            <a:ext cx="88000" cy="88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1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규칙 기반 (LLM 0회)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80000" y="4042000"/>
            <a:ext cx="88000" cy="88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9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LLM 호출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60000" y="4042000"/>
            <a:ext cx="88000" cy="88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87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분기 · 승인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0000" y="4040000"/>
            <a:ext cx="435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666666"/>
                </a:solidFill>
                <a:latin typeface="Arial"/>
              </a:rPr>
              <a:t>MCP 읽기 전용 조회 4종 — 변환 실행은 노출하지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검증과 실행의 간극 — 정적 검증 100% 통과 코드가 실행에서는 동작 불일치</a:t>
            </a:r>
            <a:endParaRPr lang="en-US" sz="10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AlphaTrans(FSE 2025) 동일 간극 보고 : 문법 96.40%  vs  동작 일치 25.14%</a:t>
            </a:r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00A591"/>
                </a:solidFill>
                <a:latin typeface="Arial"/>
              </a:rPr>
              <a:t>전제 재검토 — 앱 기동이 아니라 메서드 호출 환경이면 됐다</a:t>
            </a:r>
            <a:endParaRPr lang="en-US" sz="900" dirty="0"/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① 최소 실행 Harness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데이터 계층을 양쪽 동일 고정값으로 → 차이는 포팅 차이만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0행 / 1행 / 3행으로 분기 전수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② 호출 대상 계약 JSON 주입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실제 메서드명·반환 타입·결과 건수를 명시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③ ToT 교정 — 채점자 분리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후보 병렬 생성, 규칙 기반 검증기가 채점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BLOCKER 10건 중 9건만 교정, 나머지는 사람에게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④ 판단 근거를 로그로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모델이 원본 버그 2건을 스스로 지적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⑤ 자동화하지 않을 것을 확정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원본 결함은 보존·표시, 미확인 패턴에 규칙 생성 금지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B4621A"/>
                </a:solidFill>
                <a:latin typeface="Arial"/>
              </a:rPr>
              <a:t>확장 — 2차 적용 : 개발 표준 내재화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네이밍·계층 책임·예외 규약을 암묵지에서 규칙으로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전환 직후 LLM이 표준 기준으로 한 번 더 검토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1,416화면이 개발자별로 갈리지 않게 만드는 지점</a:t>
            </a:r>
          </a:p>
          <a:p>
            <a:pPr algn="l"/>
            <a:r>
              <a:rPr sz="750" b="1">
                <a:solidFill>
                  <a:srgbClr val="B4621A"/>
                </a:solidFill>
                <a:latin typeface="Arial"/>
              </a:rPr>
              <a:t>이관이 아니라 운영 품질까지 보장하는 소스로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33%→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100%</a:t>
              </a:r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업무 로직(F) 실행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27건 중 9건 → 원인(레코드셋 추출 누락) 수정 후 48/48</a:t>
              </a:r>
            </a:p>
            <a:p>
              <a:pPr algn="l"/>
              <a:r>
                <a:rPr sz="650" b="0">
                  <a:solidFill>
                    <a:srgbClr val="00A591"/>
                  </a:solidFill>
                  <a:latin typeface="Arial"/>
                </a:rPr>
                <a:t>컴파일·정적 검증이 못 잡는 의미 차이를 실행이 잡아냈다</a:t>
              </a: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0/9→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9/9</a:t>
              </a:r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 요청(Api) 페이로드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“P는 순수 위임” = 표본 1건 가정 → 30화면 전수 확인으로 반증</a:t>
              </a:r>
            </a:p>
            <a:p>
              <a:pPr algn="l"/>
              <a:r>
                <a:rPr sz="650" b="0">
                  <a:solidFill>
                    <a:srgbClr val="00A591"/>
                  </a:solidFill>
                  <a:latin typeface="Arial"/>
                </a:rPr>
                <a:t>권한 게이트·레코드셋 선별이 살아나 누수가 사라졌다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5→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1건</a:t>
              </a:r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화면당 LLM 포팅 호출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성공 불가 대상 반복 호출 80% 제거 · 규칙 기반 회피 46% 포함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928</Words>
  <Application>Microsoft Macintosh PowerPoint</Application>
  <PresentationFormat>화면 슬라이드 쇼(16:9)</PresentationFormat>
  <Paragraphs>102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07457</cp:lastModifiedBy>
  <cp:revision>4</cp:revision>
  <dcterms:created xsi:type="dcterms:W3CDTF">2026-03-16T07:29:48Z</dcterms:created>
  <dcterms:modified xsi:type="dcterms:W3CDTF">2026-03-16T08:12:05Z</dcterms:modified>
</cp:coreProperties>
</file>